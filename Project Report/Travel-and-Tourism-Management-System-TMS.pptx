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01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8190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Travel &amp; Tourism Management System (TMS)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4840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Report | RIPHAH INTERNATIONAL UNIVERSITY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66454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Shahroz Khalid (SAP: 53531), Basit Ali (SAP: 54596)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5511879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Supervised By: Mr. Usman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6057305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 December,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08534"/>
            <a:ext cx="75629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 &amp; Objectives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574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TMS aims to streamline and enhance travel planning activities, offering users comprehensive management of personal details, packages, hotels, and additional tools.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7859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584811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7" name="Shape 4"/>
          <p:cNvSpPr/>
          <p:nvPr/>
        </p:nvSpPr>
        <p:spPr>
          <a:xfrm>
            <a:off x="3657540" y="553843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8" name="Text 5"/>
          <p:cNvSpPr/>
          <p:nvPr/>
        </p:nvSpPr>
        <p:spPr>
          <a:xfrm>
            <a:off x="3861614" y="570857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51084" y="6445567"/>
            <a:ext cx="33798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User-Friendly Platform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084" y="693598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an intuitive and accessible interface for all users.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428548" y="5878592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12" name="Shape 9"/>
          <p:cNvSpPr/>
          <p:nvPr/>
        </p:nvSpPr>
        <p:spPr>
          <a:xfrm>
            <a:off x="7428548" y="584811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92298" y="553843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10496371" y="570857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85842" y="6445567"/>
            <a:ext cx="3978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Efficient Task Management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685842" y="693598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 and manage all travel-related tasks efficiently.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26E507-2A70-3E69-374B-BEA0B2C028EE}"/>
              </a:ext>
            </a:extLst>
          </p:cNvPr>
          <p:cNvSpPr/>
          <p:nvPr/>
        </p:nvSpPr>
        <p:spPr>
          <a:xfrm>
            <a:off x="12779115" y="7600013"/>
            <a:ext cx="1791324" cy="554636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8457009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Overview &amp; Technology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Language: Java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65699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GUI: Java Swing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05907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Database: MySQL (Relational)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595092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1638" y="412337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Authentication: Secure Login, Sign up, Password Recovery.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638" y="45254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Management: View/Book/Manage Packages, Hotels, Destinations, Personal Details.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638" y="525744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Tools: Calculator &amp; Notepad.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79" y="1296649"/>
            <a:ext cx="6921209" cy="6820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364" y="673179"/>
            <a:ext cx="7814072" cy="1187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Functional Requirements: Modules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151364" y="2145625"/>
            <a:ext cx="3812024" cy="2610445"/>
          </a:xfrm>
          <a:prstGeom prst="roundRect">
            <a:avLst>
              <a:gd name="adj" fmla="val 305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48889" y="2343150"/>
            <a:ext cx="569952" cy="569952"/>
          </a:xfrm>
          <a:prstGeom prst="roundRect">
            <a:avLst>
              <a:gd name="adj" fmla="val 16041852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5575" y="2499836"/>
            <a:ext cx="256461" cy="256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8889" y="3103007"/>
            <a:ext cx="2375178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Module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348889" y="3513773"/>
            <a:ext cx="3416975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Login/Password Recovery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48889" y="3884176"/>
            <a:ext cx="3416975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Creation &amp; Management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153293" y="2145625"/>
            <a:ext cx="3812143" cy="2610445"/>
          </a:xfrm>
          <a:prstGeom prst="roundRect">
            <a:avLst>
              <a:gd name="adj" fmla="val 305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50818" y="2343150"/>
            <a:ext cx="569952" cy="569952"/>
          </a:xfrm>
          <a:prstGeom prst="roundRect">
            <a:avLst>
              <a:gd name="adj" fmla="val 16041852"/>
            </a:avLst>
          </a:prstGeom>
          <a:solidFill>
            <a:srgbClr val="B88E2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7504" y="2499836"/>
            <a:ext cx="256461" cy="2564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50818" y="3103007"/>
            <a:ext cx="2375178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Module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10350818" y="3513773"/>
            <a:ext cx="3417094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Packages (View/Book)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350818" y="3884176"/>
            <a:ext cx="3417094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Hotel Management (Browse/Book)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0350818" y="4254579"/>
            <a:ext cx="3417094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Payments &amp; Destinations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51364" y="4945975"/>
            <a:ext cx="7814072" cy="2610445"/>
          </a:xfrm>
          <a:prstGeom prst="roundRect">
            <a:avLst>
              <a:gd name="adj" fmla="val 305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48889" y="5143500"/>
            <a:ext cx="569952" cy="569952"/>
          </a:xfrm>
          <a:prstGeom prst="roundRect">
            <a:avLst>
              <a:gd name="adj" fmla="val 16041852"/>
            </a:avLst>
          </a:prstGeom>
          <a:solidFill>
            <a:srgbClr val="B88E2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05575" y="5300186"/>
            <a:ext cx="256461" cy="2564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8889" y="5903357"/>
            <a:ext cx="2375178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Admin Module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6348889" y="6314123"/>
            <a:ext cx="7419023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Packages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48889" y="6684526"/>
            <a:ext cx="7419023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Bookings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48889" y="7054929"/>
            <a:ext cx="7419023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Registered Users</a:t>
            </a:r>
            <a:endParaRPr lang="en-US" sz="14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806378-0DC1-FFC9-1A23-CA45B9F6F8C1}"/>
              </a:ext>
            </a:extLst>
          </p:cNvPr>
          <p:cNvSpPr/>
          <p:nvPr/>
        </p:nvSpPr>
        <p:spPr>
          <a:xfrm>
            <a:off x="12779115" y="7615003"/>
            <a:ext cx="1791324" cy="554636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908727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Design &amp; Architecture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71081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Architectural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Client-Server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65699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Client-side: Java Swing GUI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05907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Server-side: Database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595092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Modules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1638" y="412337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Login: Verifies user credentials.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638" y="45254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Dashboard: Central hub for all features.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638" y="492752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Utility: Provides additional tools (Calculator, Notepad).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150889"/>
            <a:ext cx="6943694" cy="69436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9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2797" y="547092"/>
            <a:ext cx="4974312" cy="62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Schema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82797" y="1467207"/>
            <a:ext cx="7751207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utilizes a relational database to store and manage all critical information, ensuring data integrity and efficient retrieval.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82797" y="2327553"/>
            <a:ext cx="7751207" cy="1192054"/>
          </a:xfrm>
          <a:prstGeom prst="roundRect">
            <a:avLst>
              <a:gd name="adj" fmla="val 9205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59937" y="2327553"/>
            <a:ext cx="91440" cy="1192054"/>
          </a:xfrm>
          <a:prstGeom prst="roundRect">
            <a:avLst>
              <a:gd name="adj" fmla="val 91393"/>
            </a:avLst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6473190" y="2549366"/>
            <a:ext cx="248709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473190" y="2979539"/>
            <a:ext cx="723900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user credentials, contact information, and personal details.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82797" y="3718560"/>
            <a:ext cx="7751207" cy="1192054"/>
          </a:xfrm>
          <a:prstGeom prst="roundRect">
            <a:avLst>
              <a:gd name="adj" fmla="val 9205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59937" y="3718560"/>
            <a:ext cx="91440" cy="1192054"/>
          </a:xfrm>
          <a:prstGeom prst="roundRect">
            <a:avLst>
              <a:gd name="adj" fmla="val 91393"/>
            </a:avLst>
          </a:prstGeom>
          <a:solidFill>
            <a:srgbClr val="B88E23"/>
          </a:solidFill>
          <a:ln/>
        </p:spPr>
      </p:sp>
      <p:sp>
        <p:nvSpPr>
          <p:cNvPr id="11" name="Text 8"/>
          <p:cNvSpPr/>
          <p:nvPr/>
        </p:nvSpPr>
        <p:spPr>
          <a:xfrm>
            <a:off x="6473190" y="3940373"/>
            <a:ext cx="248709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Packages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73190" y="4370546"/>
            <a:ext cx="723900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Contains details of all available travel packages.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82797" y="5109567"/>
            <a:ext cx="7751207" cy="1192054"/>
          </a:xfrm>
          <a:prstGeom prst="roundRect">
            <a:avLst>
              <a:gd name="adj" fmla="val 9205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59937" y="5109567"/>
            <a:ext cx="91440" cy="1192054"/>
          </a:xfrm>
          <a:prstGeom prst="roundRect">
            <a:avLst>
              <a:gd name="adj" fmla="val 91393"/>
            </a:avLst>
          </a:prstGeom>
          <a:solidFill>
            <a:srgbClr val="B88E23"/>
          </a:solidFill>
          <a:ln/>
        </p:spPr>
      </p:sp>
      <p:sp>
        <p:nvSpPr>
          <p:cNvPr id="15" name="Text 12"/>
          <p:cNvSpPr/>
          <p:nvPr/>
        </p:nvSpPr>
        <p:spPr>
          <a:xfrm>
            <a:off x="6473190" y="5331381"/>
            <a:ext cx="248709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Bookings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473190" y="5761553"/>
            <a:ext cx="723900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user bookings and their associated details.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182797" y="6500574"/>
            <a:ext cx="7751207" cy="1192054"/>
          </a:xfrm>
          <a:prstGeom prst="roundRect">
            <a:avLst>
              <a:gd name="adj" fmla="val 9205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59937" y="6500574"/>
            <a:ext cx="91440" cy="1192054"/>
          </a:xfrm>
          <a:prstGeom prst="roundRect">
            <a:avLst>
              <a:gd name="adj" fmla="val 91393"/>
            </a:avLst>
          </a:prstGeom>
          <a:solidFill>
            <a:srgbClr val="B88E23"/>
          </a:solidFill>
          <a:ln/>
        </p:spPr>
      </p:sp>
      <p:sp>
        <p:nvSpPr>
          <p:cNvPr id="19" name="Text 16"/>
          <p:cNvSpPr/>
          <p:nvPr/>
        </p:nvSpPr>
        <p:spPr>
          <a:xfrm>
            <a:off x="6473190" y="6722388"/>
            <a:ext cx="248709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Hotels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6473190" y="7152561"/>
            <a:ext cx="723900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on available hotels, including pricing and amenities.</a:t>
            </a:r>
            <a:endParaRPr lang="en-US" sz="15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0512E8-7295-5C02-EBAD-7ECDFEF1E408}"/>
              </a:ext>
            </a:extLst>
          </p:cNvPr>
          <p:cNvSpPr/>
          <p:nvPr/>
        </p:nvSpPr>
        <p:spPr>
          <a:xfrm>
            <a:off x="12779115" y="7715113"/>
            <a:ext cx="1791324" cy="46202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891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Non-Functional Requirements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Time: 1-2 seconds. Processing Time: &lt;3 seconds.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Encrypted passwords, secure authentication, input validation.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1000 concurrent users effectively.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failure rate less than 1%.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475C800-A542-D6A8-753A-BBF268D36174}"/>
              </a:ext>
            </a:extLst>
          </p:cNvPr>
          <p:cNvSpPr/>
          <p:nvPr/>
        </p:nvSpPr>
        <p:spPr>
          <a:xfrm>
            <a:off x="12779115" y="7600013"/>
            <a:ext cx="1791324" cy="554636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02938"/>
            <a:ext cx="67125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Challenges &amp; Solutions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651879"/>
            <a:ext cx="1134070" cy="18059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78693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69112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Challenge: Managing multiple connections efficiently.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641074" y="38681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Solution: Implemented connection pooling.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457819"/>
            <a:ext cx="1134070" cy="21688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41074" y="4684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UI Responsiveness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641074" y="5175052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Challenge: Ensuring smooth animations/layouts across screen sizes.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641074" y="603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Solution: Utilized adaptive scaling for dynamic layouts.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C6DA4-E9DB-7FA1-F3CF-87B47FE0C50B}"/>
              </a:ext>
            </a:extLst>
          </p:cNvPr>
          <p:cNvSpPr/>
          <p:nvPr/>
        </p:nvSpPr>
        <p:spPr>
          <a:xfrm>
            <a:off x="12779115" y="7600013"/>
            <a:ext cx="1791324" cy="554636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Testing &amp; Results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811066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Testing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 Testing: Module-level checks.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65699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Testing: Module interaction verification.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05907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Testing: End-to-end use case validation.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595092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 Case Results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1638" y="4123372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critical test cases, including Login (Valid/Invalid), Book Package, and View Booked Hotel, passed successfully.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42406"/>
            <a:ext cx="6958684" cy="79671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725329"/>
            <a:ext cx="76645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Future Enhancements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26135" y="2363153"/>
            <a:ext cx="7664529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TMS successfully met its objectives, providing a user-friendly, scalable, and secure platform for travel management.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135" y="3277195"/>
            <a:ext cx="634008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1479" y="3488531"/>
            <a:ext cx="3769519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 Application Support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071479" y="3945493"/>
            <a:ext cx="6819186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a mobile app for enhanced accessibility.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080" y="4756666"/>
            <a:ext cx="634008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88423" y="4968002"/>
            <a:ext cx="3159204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Notifications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388423" y="5424964"/>
            <a:ext cx="6502241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instant updates for bookings and travel changes.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143" y="6213652"/>
            <a:ext cx="634008" cy="1028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05487" y="6447473"/>
            <a:ext cx="402121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Payment Gateway Integration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705487" y="6904434"/>
            <a:ext cx="618517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 secure payment gateways for seamless transactions.</a:t>
            </a:r>
            <a:endParaRPr lang="en-US" sz="16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09EEB3-7CBD-1654-C18F-1A96A0F6C814}"/>
              </a:ext>
            </a:extLst>
          </p:cNvPr>
          <p:cNvSpPr/>
          <p:nvPr/>
        </p:nvSpPr>
        <p:spPr>
          <a:xfrm>
            <a:off x="12779115" y="7600013"/>
            <a:ext cx="1791324" cy="554636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502</Words>
  <Application>Microsoft Office PowerPoint</Application>
  <PresentationFormat>Custom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Libre Baskerville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Basit Ali</cp:lastModifiedBy>
  <cp:revision>3</cp:revision>
  <dcterms:created xsi:type="dcterms:W3CDTF">2025-12-09T17:12:41Z</dcterms:created>
  <dcterms:modified xsi:type="dcterms:W3CDTF">2025-12-09T17:17:38Z</dcterms:modified>
</cp:coreProperties>
</file>